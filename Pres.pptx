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10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DF9BC-F177-13A8-44C1-9B5C9AD00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283F35-A473-0807-FE4E-358A138C5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53538C-C984-987D-B2E0-41894627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5F7749-EB2C-2455-BBA9-8870FB76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184392-435C-CF6B-BC5A-215AB414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19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46BE60-637E-D450-FB79-7473ADBD5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D583B2-B636-9589-4568-CE286608D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E397BB-9D34-2EF3-B634-6767B31D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999D9B-D1C9-11EF-8B76-762C7C5B0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E5E533-7D94-CA90-A4F6-9304DF07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53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4B422-A708-4C47-69EF-56997ED24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02C377-5A05-F8C8-E158-111E714D8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C384EA-D385-2B7C-7AE4-CBC756956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64FB8-BC9F-3EB9-AFD2-09E7FB80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B7E400-469E-3BE7-A018-A6CABC86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60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25151-5C45-7953-E76F-7F394804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4ADF95-FE60-55CC-DF5F-387F7A9E2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18BE2C-B212-1D49-DAA6-223AFB9D5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15D19B-BB0A-FF39-6BB0-84C59503F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7D531C-42FF-F378-7947-62590DBF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DC77DC-51E7-4448-F18C-9EABEEA1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29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60FC8-321B-500E-B01E-4AB1CEE6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584E4B-473D-EDA8-9B02-7B6C208D9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518517-166B-398B-662A-F94E8F319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59432A-D22B-CBCF-28E4-1CF825894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BEB844-C7EB-D421-E348-8CF676BAFF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87E2FC3-E201-6774-473B-5B4D79C7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F58CFA-5426-AEA6-DEE2-0B7BFAC10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88A6A81-4051-A75B-7479-F1B7E297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5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4F0D42-8F0E-E99B-8C8D-324AF827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70D202D-58B9-9960-3E5F-17935AC12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188EAD7-1774-28AD-4F91-E1ABC152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6095A4A-1D3D-F190-9C87-C03E2D8C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52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212CC4D-A5BB-26C8-F6A4-AACCCBF84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B2C6F3D-C8BA-002B-1F49-E374F9632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0CA861-1F4D-FD2D-B1F0-BC9F1B93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74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0C8DC-F095-1EBB-D2DD-3C555D855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67920D-F30B-5FDA-154C-0413D4112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183D60-1759-CEF5-F0C0-8FFA3C561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943DE0-A86F-26AD-1247-8E2E140D2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1BB486-F3D0-533B-CAC1-356CA03D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FF0B2C-C5BD-515E-9A13-1DCFAB60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837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F43BD1-CC9D-43DD-F8AF-17857F42F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1C7887-5DA7-8641-8F9E-2417A74F4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790B78-3652-E710-0DAF-2D9E497F3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7D2E79-81F2-84A5-0FAD-7504B2FCC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DB86B6-4EB5-CBA5-8A0F-7CD4BC42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A462BD-ACBE-D98B-42B7-088CC8144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819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EE447-82B2-8C68-E3A7-28BD7F2D3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EA8A7E-5B53-9187-1EDC-4F5F9AA8C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FDB09C-9AA0-E7C6-6CCB-D8E8C070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0725F1-62E6-F92D-6808-96D47717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57C1B-53ED-A69B-0935-29FA77130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942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E114D6-01BF-3FEF-E32A-FDA869804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B29D17F-26AF-B367-3491-237DD3F06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D99DF1-F919-5C46-F309-C7B522A7B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C65986-B89D-DCC9-D44A-055C807D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2DE77A-ED98-9547-3B4E-31D0FC03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869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EC64B-EA3B-8110-408A-EA058FE10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FE57B8-77D5-46CF-7989-1D87330F8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CC7AA6-0685-1C3B-E795-23FA199F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5918F-5F79-199B-B375-E181391DE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C63C1C-9411-89E8-F9F7-6EF23162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2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7AF3AC-8EBB-44BD-5E31-FC6541656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381410-F09A-9AE9-60DA-A92F13712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01EED9-3DB7-5C19-6BAD-7D7D9086E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40327-B045-4864-90F5-76790CAABBD8}" type="datetimeFigureOut">
              <a:rPr lang="ru-RU" smtClean="0"/>
              <a:t>27.10.2024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61958F-322E-E1C0-EEB6-8FFC1AA40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805348-1A18-5F2D-37BE-49D20217F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DC947-6CEC-4D77-9852-632F33F244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6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3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45243-DF4B-F59D-6DC6-FA05471E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098" y="1106034"/>
            <a:ext cx="5019074" cy="3204134"/>
          </a:xfrm>
        </p:spPr>
        <p:txBody>
          <a:bodyPr anchor="b">
            <a:normAutofit/>
          </a:bodyPr>
          <a:lstStyle/>
          <a:p>
            <a:pPr algn="l"/>
            <a:r>
              <a:rPr lang="ru-RU" sz="3400"/>
              <a:t>Разработка ПО для обустройства интерьера с использованием технологий дополненной и смешанной реальности</a:t>
            </a:r>
            <a:br>
              <a:rPr lang="ru-RU" sz="3400"/>
            </a:br>
            <a:endParaRPr lang="ru-RU" sz="34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4677C7-34B5-82B6-81BF-6CA4273A23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69" y="6232317"/>
            <a:ext cx="5013698" cy="909295"/>
          </a:xfrm>
        </p:spPr>
        <p:txBody>
          <a:bodyPr>
            <a:normAutofit/>
          </a:bodyPr>
          <a:lstStyle/>
          <a:p>
            <a:pPr algn="l"/>
            <a:endParaRPr lang="ru-RU" sz="2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Рисунок 4" descr="Изображение выглядит как Человеческое лицо, морщина, Лоб, кожа&#10;&#10;Автоматически созданное описание">
            <a:extLst>
              <a:ext uri="{FF2B5EF4-FFF2-40B4-BE49-F238E27FC236}">
                <a16:creationId xmlns:a16="http://schemas.microsoft.com/office/drawing/2014/main" id="{5F356074-E36F-77A2-0BCE-A340E0757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468" y="625683"/>
            <a:ext cx="2906037" cy="2743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Рисунок 6" descr="Изображение выглядит как человек, в помещении, зеркало, гаджет&#10;&#10;Автоматически созданное описание">
            <a:extLst>
              <a:ext uri="{FF2B5EF4-FFF2-40B4-BE49-F238E27FC236}">
                <a16:creationId xmlns:a16="http://schemas.microsoft.com/office/drawing/2014/main" id="{0E3AF1C6-9ABF-D0FC-1F6A-A0222DBB4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323" y="3550309"/>
            <a:ext cx="4094329" cy="2743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67686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657CA2-9904-E48E-9A6F-2A7902CCE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713849-CD70-3059-A84C-CE9058B20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650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4C65FF-EB6C-A11D-3E0F-F91BA80C8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F5E4C1-64F5-978A-F032-F34CB52AD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7191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E9BC7D-B0BE-9D3C-6E89-B06904C65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Возможные доработки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D43053-7D92-24EC-22CC-78758DBCA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8767" y="1354086"/>
            <a:ext cx="9682316" cy="33660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Сборка мебели с помощью дополненной реальности: 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4595818-7C03-C925-A07F-1C3F4B0A5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470" y="1800754"/>
            <a:ext cx="765687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Выбор мебели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Пользователь выбирает нужный предмет мебели в приложении. Например, это может быть стол, шкаф или стеллаж. Приложение также проверяет наличие инструкций для сборки.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Подготовка к сборке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Пользователю нужно освободить место в комнате, где будет размещена мебель, и разложить все детали мебели рядом. Камера устройства поможет настроить правильное место для сборки.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Активирование дополненной реальности (AR)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Пользователь направляет камеру устройства на нужное место. Приложение накладывает виртуальные инструкции на реальную обстановку, показывая, где размещать каждую деталь.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Пошаговые инструкции с AR-подсказками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Приложение отображает виртуальные метки и стрелки прямо на экране, указывая, где закрепить болты, вставить панели и соединить части мебели.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Видеоинструкции и подсказки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На каждом этапе могут появляться видео или анимации, объясняющие сложные шаги.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Сенсорное взаимодействие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Пользователь может кликнуть на виртуальные элементы для дополнительных подсказок.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Виртуальная проверка сборки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После завершения каждого шага приложение сравнивает результат с виртуальной моделью, чтобы убедиться, что всё собрано правильно. Если что-то не так, приложение покажет, где находится ошибка и как её исправить.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Финальная проверка и завершение сборки</a:t>
            </a: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Когда сборка завершена, приложение делает обзор конечного результата, помогая пользователю удостовериться, что все элементы закреплены надёжно. На этом этапе можно получить советы по расстановке мебели.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05400B4-0CE3-8183-F2F0-9DBB794DF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2068866"/>
            <a:ext cx="4439363" cy="34350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926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6FA6A-E7D1-11BD-6E29-A147C200D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Прототип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849D49-9366-EFB6-35F3-C20824D9A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C1F344-08F4-11AA-2607-A0391E8FA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115" y="1231257"/>
            <a:ext cx="9913375" cy="55400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141555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251</Words>
  <Application>Microsoft Office PowerPoint</Application>
  <PresentationFormat>Широкоэкранный</PresentationFormat>
  <Paragraphs>14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Тема Office</vt:lpstr>
      <vt:lpstr>Разработка ПО для обустройства интерьера с использованием технологий дополненной и смешанной реальности </vt:lpstr>
      <vt:lpstr>Описание проекта</vt:lpstr>
      <vt:lpstr>Преимущества</vt:lpstr>
      <vt:lpstr>Возможные доработки</vt:lpstr>
      <vt:lpstr>Прототип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Мылахова Светлана Альбертовна</dc:creator>
  <cp:lastModifiedBy>Мылахова Светлана Альбертовна</cp:lastModifiedBy>
  <cp:revision>1</cp:revision>
  <dcterms:created xsi:type="dcterms:W3CDTF">2024-10-27T09:12:11Z</dcterms:created>
  <dcterms:modified xsi:type="dcterms:W3CDTF">2024-10-27T12:23:25Z</dcterms:modified>
</cp:coreProperties>
</file>